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p="http://schemas.openxmlformats.org/presentationml/2006/main" xmlns:r="http://schemas.openxmlformats.org/officeDocument/2006/relationships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" preserve="1">
  <p:cSld name="Predefini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504000" y="386280"/>
            <a:ext cx="9071280" cy="625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subTitle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buNone/>
            </a:pP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1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B6E9653-1180-428D-8086-50C6A411C4FA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3"/>
          </p:nvPr>
        </p:nvSpPr>
        <p:spPr/>
        <p:txBody>
          <a:bodyPr/>
          <a:p>
            <a:r>
              <a:rPr lang="it-IT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504000" y="561600"/>
            <a:ext cx="9071280" cy="2746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>
              <a:buNone/>
            </a:pP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</a:t>
            </a: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clic </a:t>
            </a: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per </a:t>
            </a: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modifi</a:t>
            </a: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care il </a:t>
            </a: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forma</a:t>
            </a: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to del </a:t>
            </a: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testo </a:t>
            </a: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del </a:t>
            </a:r>
            <a:r>
              <a: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titolo</a:t>
            </a: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1"/>
          </p:nvPr>
        </p:nvSpPr>
        <p:spPr>
          <a:xfrm>
            <a:off x="3447360" y="5165280"/>
            <a:ext cx="319464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&lt;piè di pagina&gt;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>
          <a:xfrm>
            <a:off x="722736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1F1B807D-635D-4E3F-BFC7-FC30D8120D74}" type="slidenum"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&lt;numero&gt;</a:t>
            </a:fld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dt" idx="3"/>
          </p:nvPr>
        </p:nvSpPr>
        <p:spPr>
          <a:xfrm>
            <a:off x="504000" y="5165280"/>
            <a:ext cx="2347920" cy="390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buNone/>
              <a:def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lang="it-IT" sz="1400" b="0" u="none" strike="noStrike">
                <a:solidFill>
                  <a:srgbClr val="000000"/>
                </a:solidFill>
                <a:effectLst/>
                <a:uFillTx/>
                <a:latin typeface="Times New Roman"/>
              </a:rPr>
              <a:t>&lt;data/ora&gt;</a:t>
            </a:r>
            <a:endParaRPr lang="it-IT" sz="1400" b="0" u="none" strike="noStrik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body"/>
          </p:nvPr>
        </p:nvSpPr>
        <p:spPr>
          <a:xfrm>
            <a:off x="504000" y="1326600"/>
            <a:ext cx="9072000" cy="32886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32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Fai clic per modificare il formato del testo della struttura</a:t>
            </a:r>
            <a:endParaRPr lang="it-IT" sz="32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864000" lvl="1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8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Secondo livello struttura</a:t>
            </a:r>
            <a:endParaRPr lang="it-IT" sz="28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296000" lvl="2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Terzo livello struttura</a:t>
            </a:r>
            <a:endParaRPr lang="it-IT" sz="2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1728000" lvl="3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Quarto livello struttura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160000" lvl="4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Quinto livello struttura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2592000" lvl="5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Sesto livello struttura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3024000" lvl="6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lang="it-IT" sz="20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Settimo livello struttura</a:t>
            </a:r>
            <a:endParaRPr lang="it-IT" sz="20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image" Target="../media/image8.png"/><Relationship Id="rId9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504000" y="225720"/>
            <a:ext cx="9071280" cy="946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lang="it-IT" sz="4400" b="0" u="none" strike="noStrike">
                <a:solidFill>
                  <a:srgbClr val="000000"/>
                </a:solidFill>
                <a:effectLst/>
                <a:uFillTx/>
                <a:latin typeface="Arial"/>
              </a:rPr>
              <a:t>Cosa avviene dietro le quinte</a:t>
            </a:r>
            <a:endParaRPr lang="it-IT" sz="4400" b="0" u="none" strike="noStrik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pSp>
        <p:nvGrpSpPr>
          <p:cNvPr id="10" name=""/>
          <p:cNvGrpSpPr/>
          <p:nvPr/>
        </p:nvGrpSpPr>
        <p:grpSpPr>
          <a:xfrm>
            <a:off x="3240000" y="1172520"/>
            <a:ext cx="6119640" cy="1347120"/>
            <a:chOff x="3240000" y="1172520"/>
            <a:chExt cx="6119640" cy="1347120"/>
          </a:xfrm>
        </p:grpSpPr>
        <p:pic>
          <p:nvPicPr>
            <p:cNvPr id="11" name=""/>
            <p:cNvPicPr/>
            <p:nvPr/>
          </p:nvPicPr>
          <p:blipFill>
            <a:blip r:embed="rId1"/>
            <a:stretch/>
          </p:blipFill>
          <p:spPr>
            <a:xfrm>
              <a:off x="4500000" y="1440000"/>
              <a:ext cx="1079640" cy="1079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2" name=""/>
            <p:cNvPicPr/>
            <p:nvPr/>
          </p:nvPicPr>
          <p:blipFill>
            <a:blip r:embed="rId2"/>
            <a:stretch/>
          </p:blipFill>
          <p:spPr>
            <a:xfrm rot="67800">
              <a:off x="5955480" y="1598040"/>
              <a:ext cx="1054800" cy="91080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13" name=""/>
            <p:cNvPicPr/>
            <p:nvPr/>
          </p:nvPicPr>
          <p:blipFill>
            <a:blip r:embed="rId3"/>
            <a:stretch/>
          </p:blipFill>
          <p:spPr>
            <a:xfrm>
              <a:off x="7380000" y="1620000"/>
              <a:ext cx="1272600" cy="899640"/>
            </a:xfrm>
            <a:prstGeom prst="rect">
              <a:avLst/>
            </a:prstGeom>
            <a:noFill/>
            <a:ln w="0">
              <a:noFill/>
            </a:ln>
          </p:spPr>
        </p:pic>
        <p:sp>
          <p:nvSpPr>
            <p:cNvPr id="14" name=""/>
            <p:cNvSpPr/>
            <p:nvPr/>
          </p:nvSpPr>
          <p:spPr>
            <a:xfrm>
              <a:off x="3240000" y="1800000"/>
              <a:ext cx="119664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it-IT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HARDISK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5" name=""/>
            <p:cNvSpPr/>
            <p:nvPr/>
          </p:nvSpPr>
          <p:spPr>
            <a:xfrm>
              <a:off x="4563000" y="1172520"/>
              <a:ext cx="15775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it-IT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MECCANICO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6" name=""/>
            <p:cNvSpPr/>
            <p:nvPr/>
          </p:nvSpPr>
          <p:spPr>
            <a:xfrm>
              <a:off x="6300000" y="1172520"/>
              <a:ext cx="127296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it-IT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SSD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17" name=""/>
            <p:cNvSpPr/>
            <p:nvPr/>
          </p:nvSpPr>
          <p:spPr>
            <a:xfrm>
              <a:off x="7726680" y="1172520"/>
              <a:ext cx="1632960" cy="364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it-IT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SSD NVME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</p:grpSp>
      <p:grpSp>
        <p:nvGrpSpPr>
          <p:cNvPr id="18" name=""/>
          <p:cNvGrpSpPr/>
          <p:nvPr/>
        </p:nvGrpSpPr>
        <p:grpSpPr>
          <a:xfrm>
            <a:off x="3025080" y="3420000"/>
            <a:ext cx="6514920" cy="1489680"/>
            <a:chOff x="3025080" y="3420000"/>
            <a:chExt cx="6514920" cy="1489680"/>
          </a:xfrm>
        </p:grpSpPr>
        <p:sp>
          <p:nvSpPr>
            <p:cNvPr id="19" name=""/>
            <p:cNvSpPr/>
            <p:nvPr/>
          </p:nvSpPr>
          <p:spPr>
            <a:xfrm>
              <a:off x="3025080" y="4140000"/>
              <a:ext cx="6883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wrap="none"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it-IT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RAM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0" name=""/>
            <p:cNvSpPr/>
            <p:nvPr/>
          </p:nvSpPr>
          <p:spPr>
            <a:xfrm>
              <a:off x="6265080" y="3420000"/>
              <a:ext cx="8028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it-IT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DDR4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1" name=""/>
            <p:cNvSpPr/>
            <p:nvPr/>
          </p:nvSpPr>
          <p:spPr>
            <a:xfrm>
              <a:off x="4285080" y="3433680"/>
              <a:ext cx="122292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it-IT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DDR3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sp>
          <p:nvSpPr>
            <p:cNvPr id="22" name=""/>
            <p:cNvSpPr/>
            <p:nvPr/>
          </p:nvSpPr>
          <p:spPr>
            <a:xfrm>
              <a:off x="8341920" y="3420000"/>
              <a:ext cx="802800" cy="363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5000" bIns="45000" anchor="t">
              <a:spAutoFit/>
            </a:bodyPr>
            <a:p>
              <a:pPr>
                <a:lnSpc>
                  <a:spcPct val="100000"/>
                </a:lnSpc>
              </a:pPr>
              <a:r>
                <a:rPr lang="it-IT" sz="1800" b="0" u="none" strike="noStrike">
                  <a:solidFill>
                    <a:srgbClr val="000000"/>
                  </a:solidFill>
                  <a:effectLst/>
                  <a:uFillTx/>
                  <a:latin typeface="Arial"/>
                </a:rPr>
                <a:t>DDR5</a:t>
              </a:r>
              <a:endParaRPr lang="it-IT" sz="1800" b="0" u="none" strike="noStrike">
                <a:solidFill>
                  <a:srgbClr val="000000"/>
                </a:solidFill>
                <a:effectLst/>
                <a:uFillTx/>
                <a:latin typeface="Arial"/>
              </a:endParaRPr>
            </a:p>
          </p:txBody>
        </p:sp>
        <p:pic>
          <p:nvPicPr>
            <p:cNvPr id="23" name=""/>
            <p:cNvPicPr/>
            <p:nvPr/>
          </p:nvPicPr>
          <p:blipFill>
            <a:blip r:embed="rId4"/>
            <a:stretch/>
          </p:blipFill>
          <p:spPr>
            <a:xfrm>
              <a:off x="3925080" y="3960000"/>
              <a:ext cx="1532880" cy="94968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4" name=""/>
            <p:cNvPicPr/>
            <p:nvPr/>
          </p:nvPicPr>
          <p:blipFill>
            <a:blip r:embed="rId5"/>
            <a:stretch/>
          </p:blipFill>
          <p:spPr>
            <a:xfrm>
              <a:off x="5905080" y="4140000"/>
              <a:ext cx="1619640" cy="69192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5" name=""/>
            <p:cNvPicPr/>
            <p:nvPr/>
          </p:nvPicPr>
          <p:blipFill>
            <a:blip r:embed="rId6"/>
            <a:stretch/>
          </p:blipFill>
          <p:spPr>
            <a:xfrm>
              <a:off x="7885080" y="4140000"/>
              <a:ext cx="1654920" cy="719640"/>
            </a:xfrm>
            <a:prstGeom prst="rect">
              <a:avLst/>
            </a:prstGeom>
            <a:noFill/>
            <a:ln w="0">
              <a:noFill/>
            </a:ln>
          </p:spPr>
        </p:pic>
      </p:grpSp>
      <p:grpSp>
        <p:nvGrpSpPr>
          <p:cNvPr id="26" name=""/>
          <p:cNvGrpSpPr/>
          <p:nvPr/>
        </p:nvGrpSpPr>
        <p:grpSpPr>
          <a:xfrm>
            <a:off x="540000" y="2160000"/>
            <a:ext cx="1259640" cy="1979640"/>
            <a:chOff x="540000" y="2160000"/>
            <a:chExt cx="1259640" cy="1979640"/>
          </a:xfrm>
        </p:grpSpPr>
        <p:pic>
          <p:nvPicPr>
            <p:cNvPr id="27" name=""/>
            <p:cNvPicPr/>
            <p:nvPr/>
          </p:nvPicPr>
          <p:blipFill>
            <a:blip r:embed="rId7"/>
            <a:stretch/>
          </p:blipFill>
          <p:spPr>
            <a:xfrm>
              <a:off x="720000" y="2160000"/>
              <a:ext cx="1079640" cy="1079640"/>
            </a:xfrm>
            <a:prstGeom prst="rect">
              <a:avLst/>
            </a:prstGeom>
            <a:noFill/>
            <a:ln w="0">
              <a:noFill/>
            </a:ln>
          </p:spPr>
        </p:pic>
        <p:pic>
          <p:nvPicPr>
            <p:cNvPr id="28" name=""/>
            <p:cNvPicPr/>
            <p:nvPr/>
          </p:nvPicPr>
          <p:blipFill>
            <a:blip r:embed="rId8"/>
            <a:stretch/>
          </p:blipFill>
          <p:spPr>
            <a:xfrm>
              <a:off x="540000" y="3056040"/>
              <a:ext cx="1079640" cy="1083600"/>
            </a:xfrm>
            <a:prstGeom prst="rect">
              <a:avLst/>
            </a:prstGeom>
            <a:noFill/>
            <a:ln w="0">
              <a:noFill/>
            </a:ln>
          </p:spPr>
        </p:pic>
      </p:grpSp>
      <p:sp>
        <p:nvSpPr>
          <p:cNvPr id="29" name=""/>
          <p:cNvSpPr/>
          <p:nvPr/>
        </p:nvSpPr>
        <p:spPr>
          <a:xfrm>
            <a:off x="1980000" y="2238120"/>
            <a:ext cx="1979640" cy="359280"/>
          </a:xfrm>
          <a:prstGeom prst="rightArrow">
            <a:avLst>
              <a:gd name="adj1" fmla="val 50000"/>
              <a:gd name="adj2" fmla="val 137638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0" name=""/>
          <p:cNvSpPr/>
          <p:nvPr/>
        </p:nvSpPr>
        <p:spPr>
          <a:xfrm>
            <a:off x="6120000" y="2700000"/>
            <a:ext cx="359640" cy="719640"/>
          </a:xfrm>
          <a:prstGeom prst="downArrow">
            <a:avLst>
              <a:gd name="adj1" fmla="val 50000"/>
              <a:gd name="adj2" fmla="val 750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31" name=""/>
          <p:cNvSpPr/>
          <p:nvPr/>
        </p:nvSpPr>
        <p:spPr>
          <a:xfrm>
            <a:off x="1620000" y="3780000"/>
            <a:ext cx="2339640" cy="359640"/>
          </a:xfrm>
          <a:prstGeom prst="leftArrow">
            <a:avLst>
              <a:gd name="adj1" fmla="val 50000"/>
              <a:gd name="adj2" fmla="val 162500"/>
            </a:avLst>
          </a:prstGeom>
          <a:solidFill>
            <a:srgbClr val="729fcf"/>
          </a:solidFill>
          <a:ln w="0">
            <a:solidFill>
              <a:srgbClr val="3465a4"/>
            </a:solidFill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lang="it-IT" sz="1800" b="0" u="none" strike="noStrik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  <p:timing>
    <p:tnLst>
      <p:par>
        <p:cTn id="1" dur="indefinite" restart="never" nodeType="tmRoot">
          <p:childTnLst>
            <p:seq>
              <p:cTn id="2" dur="indefinite" nodeType="mainSeq"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fill="hold" nodeType="afterEffect" presetSubtype="10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6" dur="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7" dur="1500"/>
                                        <p:tgtEl>
                                          <p:spTgt spid="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fill="hold" nodeType="withEffect" presetSubtype="10">
                                  <p:stCondLst>
                                    <p:cond delay="4000"/>
                                  </p:stCondLst>
                                  <p:childTnLst>
                                    <p:set>
                                      <p:cBhvr>
                                        <p:cTn id="9" dur="3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blinds(horizontal)" transition="in">
                                      <p:cBhvr additive="repl">
                                        <p:cTn id="10" dur="1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" presetClass="entr" fill="hold" nodeType="withEffect" presetSubtype="8">
                                  <p:stCondLst>
                                    <p:cond delay="6000"/>
                                  </p:stCondLst>
                                  <p:childTnLst>
                                    <p:set>
                                      <p:cBhvr>
                                        <p:cTn id="12" dur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3" dur="3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4" dur="3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2" presetClass="entr" fill="hold" nodeType="withEffect" presetSubtype="8">
                                  <p:stCondLst>
                                    <p:cond delay="8000"/>
                                  </p:stCondLst>
                                  <p:childTnLst>
                                    <p:set>
                                      <p:cBhvr>
                                        <p:cTn id="16" dur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17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18" dur="3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9" presetID="2" presetClass="entr" fill="hold" nodeType="withEffect" presetSubtype="1">
                                  <p:stCondLst>
                                    <p:cond delay="10000"/>
                                  </p:stCondLst>
                                  <p:childTnLst>
                                    <p:set>
                                      <p:cBhvr>
                                        <p:cTn id="20" dur="6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1" dur="3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2" dur="3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3" presetID="2" presetClass="entr" fill="hold" nodeType="withEffect" presetSubtype="2">
                                  <p:stCondLst>
                                    <p:cond delay="1400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5" dur="833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26" dur="833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7" presetID="2" presetClass="entr" fill="hold" nodeType="withEffect" presetSubtype="2">
                                  <p:stCondLst>
                                    <p:cond delay="16000"/>
                                  </p:stCondLst>
                                  <p:childTnLst>
                                    <p:set>
                                      <p:cBhvr>
                                        <p:cTn id="28" dur="8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repl">
                                        <p:cTn id="29" dur="4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repl">
                                        <p:cTn id="30" dur="4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15</TotalTime>
  <Application>LibreOffice/25.8.5.2$Linux_X86_64 LibreOffice_project/580$Build-2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2026-02-24T08:46:55Z</dcterms:created>
  <dc:creator/>
  <dc:description/>
  <dc:language>it-IT</dc:language>
  <cp:lastModifiedBy/>
  <dcterms:modified xsi:type="dcterms:W3CDTF">2026-02-24T16:54:57Z</dcterms:modified>
  <cp:revision>7</cp:revision>
  <dc:subject/>
  <dc:title/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